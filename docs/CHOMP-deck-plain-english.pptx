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CHOMP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coach for the 30 seconds before a Pokémon match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computer picks a better team than a gut feeling — explained in plain English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493776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E8B3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9377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willhoop ·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match starts with one rushed decision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a team of six Pokémon. But you only take four into the match, and only two start on the field. You choose — while a clock runs down.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2560320"/>
            <a:ext cx="2743200" cy="2743200"/>
          </a:xfrm>
          <a:prstGeom prst="roundRect">
            <a:avLst>
              <a:gd name="adj" fmla="val 4667"/>
            </a:avLst>
          </a:prstGeom>
          <a:solidFill>
            <a:srgbClr val="C7D4EC"/>
          </a:solidFill>
          <a:ln/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697480"/>
            <a:ext cx="2743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868680" y="46451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32004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14800" y="2811780"/>
            <a:ext cx="2286000" cy="2240280"/>
          </a:xfrm>
          <a:prstGeom prst="roundRect">
            <a:avLst>
              <a:gd name="adj" fmla="val 5714"/>
            </a:avLst>
          </a:prstGeom>
          <a:solidFill>
            <a:srgbClr val="8AA6D8"/>
          </a:solidFill>
          <a:ln/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0" y="29489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4114800" y="43936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take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32004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903720" y="3063240"/>
            <a:ext cx="1828800" cy="173736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32004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6903720" y="41422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well and you are ahead before the first move. Pick badly and the match is decided already.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possible teams than atoms you can count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4937760" cy="420624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800" dirty="0"/>
          </a:p>
        </p:txBody>
      </p:sp>
      <p:sp>
        <p:nvSpPr>
          <p:cNvPr id="6" name="Text 4"/>
          <p:cNvSpPr/>
          <p:nvPr/>
        </p:nvSpPr>
        <p:spPr>
          <a:xfrm>
            <a:off x="292608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team combinations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42976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A8B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more than chess, Go, poker, StarCraft and Dota put together.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06440" y="1463040"/>
            <a:ext cx="5806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0" y="184708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645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see their cards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75120" y="206654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learn the opponent’s exact moves or items until they use them.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2862072"/>
            <a:ext cx="5806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32461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0449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both move at once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75120" y="346557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"best" answer — only better odds against what they might do.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06440" y="4261104"/>
            <a:ext cx="5806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464515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44439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is running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75120" y="48646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30 seconds. No time to work it out by hand.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the gut feeling with arithmetic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9496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E3B9B6"/>
            </a:solidFill>
            <a:prstDash val="solid"/>
          </a:ln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254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players decide today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"Fire beats grass, so I’ll bring this one."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99923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Rules of thumb learned from experience.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71246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time to check whether an attack actually knocks the target out.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42569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Easy to miss that the weather is quietly draining your team.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394960" cy="411480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CHOMP decides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92240" y="2286000"/>
            <a:ext cx="365760" cy="365760"/>
          </a:xfrm>
          <a:prstGeom prst="ellipse">
            <a:avLst/>
          </a:prstGeom>
          <a:solidFill>
            <a:srgbClr val="E8B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22311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attack actually knock it out?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40880" y="25786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the real damage formula from the game.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3090672"/>
            <a:ext cx="365760" cy="365760"/>
          </a:xfrm>
          <a:prstGeom prst="ellipse">
            <a:avLst/>
          </a:prstGeom>
          <a:solidFill>
            <a:srgbClr val="E8B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30358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is it?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040880" y="3383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varies. It counts all 16 possible outcomes.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895344"/>
            <a:ext cx="365760" cy="365760"/>
          </a:xfrm>
          <a:prstGeom prst="ellipse">
            <a:avLst/>
          </a:prstGeom>
          <a:solidFill>
            <a:srgbClr val="E8B33D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3840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weather doing?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040880" y="41879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Sandstorm quietly chips your team every turn.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4700016"/>
            <a:ext cx="365760" cy="365760"/>
          </a:xfrm>
          <a:prstGeom prst="ellipse">
            <a:avLst/>
          </a:prstGeom>
          <a:solidFill>
            <a:srgbClr val="E8B33D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46451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moves first?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40880" y="49926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items and abilities all change the order.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finished before you can read them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97480" cy="356616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4188" y="19659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504188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both teams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95528" y="35661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sees your six and their six the moment the match opens.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82696" y="31089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01568" y="1645920"/>
            <a:ext cx="2697480" cy="356616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8828" y="19659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4338828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584448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their gear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630168" y="35661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assumes the moves and items most players actually use.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17336" y="31089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6208" y="1645920"/>
            <a:ext cx="2697480" cy="356616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73468" y="19659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7173468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419088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maths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464808" y="35661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calculates every attack against every target — 24 matchups.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51976" y="31089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70848" y="1645920"/>
            <a:ext cx="2697480" cy="3566160"/>
          </a:xfrm>
          <a:prstGeom prst="roundRect">
            <a:avLst>
              <a:gd name="adj" fmla="val 4746"/>
            </a:avLst>
          </a:prstGeom>
          <a:solidFill>
            <a:srgbClr val="1E2761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08108" y="1965960"/>
            <a:ext cx="822960" cy="822960"/>
          </a:xfrm>
          <a:prstGeom prst="ellipse">
            <a:avLst/>
          </a:prstGeom>
          <a:solidFill>
            <a:srgbClr val="E8B33D"/>
          </a:solidFill>
          <a:ln/>
        </p:spPr>
      </p:sp>
      <p:sp>
        <p:nvSpPr>
          <p:cNvPr id="24" name="Text 22"/>
          <p:cNvSpPr/>
          <p:nvPr/>
        </p:nvSpPr>
        <p:spPr>
          <a:xfrm>
            <a:off x="10008108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253728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answer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299448" y="35661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6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names the four to take and the two to start.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calculation finishes in under a twentieth of a second, on your own computer.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mistake it now catches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492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9050">
            <a:solidFill>
              <a:srgbClr val="E3B9B6"/>
            </a:solidFill>
            <a:prstDash val="solid"/>
          </a:ln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72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5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twice to sandstorm teams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sandstorm damages most Pokémon every single turn. Two of mine were immune to it — and I left both on the bench, twice.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794760"/>
            <a:ext cx="53492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9050">
            <a:solidFill>
              <a:srgbClr val="B6DCC7"/>
            </a:solidFill>
            <a:prstDash val="solid"/>
          </a:ln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950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2793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names them, and says why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4773168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“Bring Archaludon and Kingambit — 2 of your team are being worn down by their sandstorm.”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5544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686800" y="1417320"/>
            <a:ext cx="2743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ranking reached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953512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E8B33D"/>
          </a:solidFill>
          <a:ln/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309067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154%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686800" y="2953512"/>
            <a:ext cx="2743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it calculates exactly, not guesses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4489704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5B6B8C"/>
          </a:solidFill>
          <a:ln/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462686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0.05s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686800" y="4489704"/>
            <a:ext cx="2743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answer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not do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4068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9385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938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18488" y="1874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play the match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18488" y="23774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advises on the opening choice only. After that, you play.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81928" y="1554480"/>
            <a:ext cx="544068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19385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01968" y="1938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33488" y="1874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guesses the opponent’s gear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333488" y="23774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guesses come from what most players use. Someone unusual can beat the guess.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703320"/>
            <a:ext cx="544068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40873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18488" y="4023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one move ahead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18488" y="45262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yet follow a match several turns forward.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81928" y="3703320"/>
            <a:ext cx="544068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sx="100000" sy="100000" kx="0" ky="0" algn="bl" rotWithShape="0" blurRad="101600" dist="38100" dir="5400000">
              <a:srgbClr val="8090B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01968" y="40873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601968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33488" y="4023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always gives the same answer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333488" y="45262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 opponent could learn the pattern over time.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rushed guess,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turned into arithmetic.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68680" y="37947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both teams, does the real damage maths, and tells you which four to bring and which two to start — before the clock matters.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49834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2A357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51206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detail and the mathematics:</a:t>
            </a:r>
            <a:endParaRPr lang="en-US" sz="1300" dirty="0"/>
          </a:p>
        </p:txBody>
      </p:sp>
      <p:sp>
        <p:nvSpPr>
          <p:cNvPr id="7" name="Text 5">
            <a:hlinkClick r:id="rId1" tooltip="CHOMP white paper"/>
          </p:cNvPr>
          <p:cNvSpPr/>
          <p:nvPr/>
        </p:nvSpPr>
        <p:spPr>
          <a:xfrm>
            <a:off x="1143000" y="54681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E8B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HOMP white pap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CHOMP White Paper — docs/CHOMP-whitepaper.md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2026-07-22T19:33:05Z</dcterms:created>
  <dcterms:modified xsi:type="dcterms:W3CDTF">2026-07-22T19:33:05Z</dcterms:modified>
</cp:coreProperties>
</file>